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Systems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Technology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computers and information systems shape modern life, business, and education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4389120"/>
            <a:ext cx="155448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3891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40280" y="4389120"/>
            <a:ext cx="155448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40280" y="43891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&amp; Banking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931920" y="4389120"/>
            <a:ext cx="155448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0" y="43891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Tech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623560" y="4389120"/>
            <a:ext cx="155448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23560" y="43891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315200" y="4389120"/>
            <a:ext cx="155448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0" y="43891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Impact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APPLICATIONS OF INFORMATION SYSTEMS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109728" cy="413766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188720"/>
            <a:ext cx="3931920" cy="1051560"/>
          </a:xfrm>
          <a:prstGeom prst="rect">
            <a:avLst/>
          </a:prstGeom>
          <a:solidFill>
            <a:srgbClr val="E3F2FD"/>
          </a:solidFill>
          <a:ln w="19050">
            <a:solidFill>
              <a:srgbClr val="00AC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6187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Education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609344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Grades, GPAs, exam scoring, online classes, and academic reporting — all managed by IS.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423160"/>
            <a:ext cx="3931920" cy="1051560"/>
          </a:xfrm>
          <a:prstGeom prst="rect">
            <a:avLst/>
          </a:prstGeom>
          <a:solidFill>
            <a:srgbClr val="E3F2FD"/>
          </a:solidFill>
          <a:ln w="19050">
            <a:solidFill>
              <a:srgbClr val="00AC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49631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 Retail &amp; Grocery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2843784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systems read UPCs, manage inventory, and can auto-reorder stock when supplies run low.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3657600"/>
            <a:ext cx="3931920" cy="1051560"/>
          </a:xfrm>
          <a:prstGeom prst="rect">
            <a:avLst/>
          </a:prstGeom>
          <a:solidFill>
            <a:srgbClr val="E3F2FD"/>
          </a:solidFill>
          <a:ln w="19050">
            <a:solidFill>
              <a:srgbClr val="00AC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73075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 Banking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4078224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statements, ATMs, and a full range of banking activities are powered by IS.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188720"/>
            <a:ext cx="4114800" cy="35661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4173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187452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Systems reduce costs and create competitive advantages across every industry.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46320" y="292608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classroom to the checkout line — IS is everywhere.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Systems &amp; Technology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TECHNOLOGY &amp; TELECOMMUTING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8595360" cy="114300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Smartphones Are the #1 Mobile Device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 · Galaxy · Pixel — mini-PCs with email, web browsing, apps &amp; built-in keyboards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2514600"/>
            <a:ext cx="2697480" cy="228600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265176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74320" y="320040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Telecommuting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365760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work from home using mobile and IS tools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2514600"/>
            <a:ext cx="2697480" cy="228600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265176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📲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200400" y="320040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 Computers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365760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iPads with apps for improved efficiency on the go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2514600"/>
            <a:ext cx="2697480" cy="228600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265176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126480" y="320040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Connected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63640" y="365760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on the go — anytime, anywhere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Systems &amp; Technology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INTERNET &amp; SOCIAL NETWORKING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3840480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097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USES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600200"/>
            <a:ext cx="37490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&amp; e-Commerce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&amp; Distance Education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Work &amp; Telecommuting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Engines &amp; Research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Streaming (YouTube, TikTok)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977640" cy="45720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09728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PLATFORMS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92040" y="164592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80760" y="16459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with friends, family &amp; colleagues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92040" y="21488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Twitter/X: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80760" y="21488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updates (tweets); real-time info sharing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92040" y="26517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80760" y="26517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networking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2040" y="31546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80760" y="31546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Upload, share &amp; watch video content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36576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80760" y="36576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Short-form video; popular with young adults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4160520"/>
            <a:ext cx="8595360" cy="59436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16052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Businesses use social media to share updates, how-to videos, and reach customers at low cost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Systems &amp; Technology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&amp; THE ROLE OF TECHNOLOGY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54864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97280"/>
            <a:ext cx="2560320" cy="45720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97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Safety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2560320" cy="2743200"/>
          </a:xfrm>
          <a:prstGeom prst="rect">
            <a:avLst/>
          </a:prstGeom>
          <a:solidFill>
            <a:srgbClr val="0D2D4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45920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Tracing Apps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Telemedicine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Printing (PPE)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097280"/>
            <a:ext cx="2560320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1097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&amp; Learning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0" y="1554480"/>
            <a:ext cx="2560320" cy="2743200"/>
          </a:xfrm>
          <a:prstGeom prst="rect">
            <a:avLst/>
          </a:prstGeom>
          <a:solidFill>
            <a:srgbClr val="0D2D45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645920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Work Tools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Video Calls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&amp; Blackboard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Learning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097280"/>
            <a:ext cx="2560320" cy="45720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3" name="Text 11"/>
          <p:cNvSpPr/>
          <p:nvPr/>
        </p:nvSpPr>
        <p:spPr>
          <a:xfrm>
            <a:off x="6035040" y="1097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 &amp; Delivery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35040" y="1554480"/>
            <a:ext cx="2560320" cy="2743200"/>
          </a:xfrm>
          <a:prstGeom prst="rect">
            <a:avLst/>
          </a:prstGeom>
          <a:solidFill>
            <a:srgbClr val="0D2D45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1645920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Shopping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Payments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Contactless Systems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 &amp; Drones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434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the pandemic, IS became critical infrastructure — enabling entire economies to function remotely.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1525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Systems &amp; Technology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548640" cy="54864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1188720"/>
            <a:ext cx="3566160" cy="548640"/>
          </a:xfrm>
          <a:prstGeom prst="rect">
            <a:avLst/>
          </a:prstGeom>
          <a:solidFill>
            <a:srgbClr val="E3F2FD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1887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reduces costs and creates competitive advantages for organizations.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377440"/>
            <a:ext cx="548640" cy="54864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2377440"/>
            <a:ext cx="3566160" cy="548640"/>
          </a:xfrm>
          <a:prstGeom prst="rect">
            <a:avLst/>
          </a:prstGeom>
          <a:solidFill>
            <a:srgbClr val="E3F2FD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37744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 touch every area of life — education, retail, banking, and healthcare.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566160"/>
            <a:ext cx="548640" cy="54864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3566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3566160"/>
            <a:ext cx="3566160" cy="548640"/>
          </a:xfrm>
          <a:prstGeom prst="rect">
            <a:avLst/>
          </a:prstGeom>
          <a:solidFill>
            <a:srgbClr val="E3F2FD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56616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Smartphones and tablets let people work and connect from anywhere.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188720"/>
            <a:ext cx="548640" cy="54864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303520" y="1188720"/>
            <a:ext cx="3566160" cy="548640"/>
          </a:xfrm>
          <a:prstGeom prst="rect">
            <a:avLst/>
          </a:prstGeom>
          <a:solidFill>
            <a:srgbClr val="E3F2FD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94960" y="11887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gives businesses affordable access to massive audiences.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377440"/>
            <a:ext cx="548640" cy="54864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303520" y="2377440"/>
            <a:ext cx="3566160" cy="548640"/>
          </a:xfrm>
          <a:prstGeom prst="rect">
            <a:avLst/>
          </a:prstGeom>
          <a:solidFill>
            <a:srgbClr val="E3F2FD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94960" y="237744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and IT are used interchangeably; both improve efficiency and decision-making.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566160"/>
            <a:ext cx="548640" cy="54864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3566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303520" y="3566160"/>
            <a:ext cx="3566160" cy="548640"/>
          </a:xfrm>
          <a:prstGeom prst="rect">
            <a:avLst/>
          </a:prstGeom>
          <a:solidFill>
            <a:srgbClr val="E3F2FD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94960" y="356616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and privacy are key challenges that accompany these technologies.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Systems &amp; Technology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Information Systems &amp; Technology</dc:title>
  <dc:subject>PptxGenJS Presentation</dc:subject>
  <dc:creator>PptxGenJS</dc:creator>
  <cp:lastModifiedBy>PptxGenJS</cp:lastModifiedBy>
  <cp:revision>1</cp:revision>
  <dcterms:created xsi:type="dcterms:W3CDTF">2026-04-28T19:40:32Z</dcterms:created>
  <dcterms:modified xsi:type="dcterms:W3CDTF">2026-04-28T19:40:32Z</dcterms:modified>
</cp:coreProperties>
</file>